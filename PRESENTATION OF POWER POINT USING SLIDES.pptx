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3"/>
    <p:sldId id="257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view3D>
      <c:rotX val="30"/>
      <c:rotY val="0"/>
      <c:depthPercent val="100"/>
      <c:rAngAx val="0"/>
    </c:view3D>
    <c:plotArea>
      <c:layout/>
      <c:pie3DChart>
        <c:varyColors val="1"/>
        <c:dLbls>
          <c:showLegendKey val="0"/>
          <c:showVal val="0"/>
          <c:showCatName val="0"/>
          <c:showSerName val="0"/>
          <c:showPercent val="0"/>
          <c:showBubbleSize val="0"/>
        </c:dLbls>
      </c:pie3DChart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n-US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9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solidFill>
          <a:schemeClr val="bg1"/>
        </a:solidFill>
      </a:ln>
      <a:effectLst/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sv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/>
              <a:t>PRESENTATION OF POWER POINT USING SLIDES</a:t>
            </a:r>
            <a:br>
              <a:rPr lang="en-US"/>
            </a:b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 sz="4400"/>
              <a:t>ROCKY PRESENTATION</a:t>
            </a:r>
            <a:endParaRPr lang="en-US" sz="4400"/>
          </a:p>
          <a:p>
            <a:r>
              <a:rPr lang="en-US" sz="4400"/>
              <a:t> </a:t>
            </a:r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</p:transition>
    </mc:Choice>
    <mc:Fallback>
      <p:transition spd="slow" advTm="3000">
        <p:wedg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3" grpI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p>
            <a:r>
              <a:rPr lang="en-US"/>
              <a:t>shapes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en-US"/>
          </a:p>
        </p:txBody>
      </p:sp>
      <p:sp>
        <p:nvSpPr>
          <p:cNvPr id="6" name="Quad Arrow 5"/>
          <p:cNvSpPr/>
          <p:nvPr/>
        </p:nvSpPr>
        <p:spPr>
          <a:xfrm>
            <a:off x="6840855" y="1279525"/>
            <a:ext cx="4728845" cy="4299585"/>
          </a:xfrm>
          <a:prstGeom prst="quad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graphicFrame>
        <p:nvGraphicFramePr>
          <p:cNvPr id="7" name="Chart 6"/>
          <p:cNvGraphicFramePr/>
          <p:nvPr/>
        </p:nvGraphicFramePr>
        <p:xfrm>
          <a:off x="2675890" y="1449070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</p:transition>
    </mc:Choice>
    <mc:Fallback>
      <p:transition spd="slow" advTm="3000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/>
              <a:t>images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8" name="Content Placeholder 7"/>
          <p:cNvSpPr/>
          <p:nvPr>
            <p:ph idx="1"/>
          </p:nvPr>
        </p:nvSpPr>
        <p:spPr/>
        <p:txBody>
          <a:bodyPr/>
          <a:p>
            <a:r>
              <a:rPr lang="en-US"/>
              <a:t>images</a:t>
            </a:r>
            <a:endParaRPr lang="en-US"/>
          </a:p>
          <a:p>
            <a:endParaRPr lang="en-US"/>
          </a:p>
        </p:txBody>
      </p:sp>
      <p:pic>
        <p:nvPicPr>
          <p:cNvPr id="9" name="Picture 8" descr="Ice_Backgroun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135" y="1305560"/>
            <a:ext cx="9208135" cy="55524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 advTm="3000">
        <p:wedge/>
      </p:transition>
    </mc:Choice>
    <mc:Fallback>
      <p:transition spd="slow" advTm="3000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photos</a:t>
            </a:r>
            <a:endParaRPr lang="en-US"/>
          </a:p>
        </p:txBody>
      </p:sp>
      <p:pic>
        <p:nvPicPr>
          <p:cNvPr id="5" name="Content Placeholder 4" descr="cool-skull-pictures-200-x-200-su2tshsun6k6xklp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235325" y="1174750"/>
            <a:ext cx="5720715" cy="4953000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2032635" y="2717165"/>
            <a:ext cx="5861685" cy="29184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</a:bodyPr>
          <a:p>
            <a:endParaRPr lang="en-US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/>
            </a:endParaRPr>
          </a:p>
        </p:txBody>
      </p:sp>
    </p:spTree>
  </p:cSld>
  <p:clrMapOvr>
    <a:masterClrMapping/>
  </p:clrMapOvr>
  <p:transition advTm="3000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4400"/>
              <a:t>THANK  FOR YOUR TIME WATCHING</a:t>
            </a:r>
            <a:endParaRPr lang="en-US" sz="4400"/>
          </a:p>
        </p:txBody>
      </p:sp>
      <p:pic>
        <p:nvPicPr>
          <p:cNvPr id="4" name="Picture 3" descr="Microsoft_PowerPoint_2013-2019_logo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00375" y="2221865"/>
            <a:ext cx="5444490" cy="402145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117</Words>
  <Application>WPS Presentation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HP</dc:creator>
  <cp:lastModifiedBy>HP</cp:lastModifiedBy>
  <cp:revision>3</cp:revision>
  <dcterms:created xsi:type="dcterms:W3CDTF">2025-07-23T00:59:00Z</dcterms:created>
  <dcterms:modified xsi:type="dcterms:W3CDTF">2025-09-19T18:40:57Z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EAC7768BD6B841D4B74A6EA13255CE08_11</vt:lpwstr>
  </property>
  <property fmtid="{D5CDD505-2E9C-101B-9397-08002B2CF9AE}" pid="3" name="KSOProductBuildVer">
    <vt:lpwstr>1033-12.2.0.22549</vt:lpwstr>
  </property>
</Properties>
</file>